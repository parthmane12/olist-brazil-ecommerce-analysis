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Funnel Stages (Orders, 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Reviewed</c:v>
                  </c:pt>
                  <c:pt idx="1">
                    <c:v>Delivered</c:v>
                  </c:pt>
                  <c:pt idx="2">
                    <c:v>Shipped</c:v>
                  </c:pt>
                  <c:pt idx="3">
                    <c:v>Approved</c:v>
                  </c:pt>
                  <c:pt idx="4">
                    <c:v>Placed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</c:v>
                </c:pt>
                <c:pt idx="1">
                  <c:v>96</c:v>
                </c:pt>
                <c:pt idx="2">
                  <c:v>98</c:v>
                </c:pt>
                <c:pt idx="3">
                  <c:v>99</c:v>
                </c:pt>
                <c:pt idx="4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Delivery Bucket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Bucket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E08E45"/>
              </a:solidFill>
              <a:effectLst/>
            </c:spPr>
          </c:dPt>
          <c:dPt>
            <c:idx val="2"/>
            <c:bubble3D val="0"/>
            <c:spPr>
              <a:solidFill>
                <a:srgbClr val="2C7A3D"/>
              </a:solidFill>
              <a:effectLst/>
            </c:spPr>
          </c:dPt>
          <c:dPt>
            <c:idx val="3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8+ days</c:v>
                </c:pt>
                <c:pt idx="1">
                  <c:v>4-7 days</c:v>
                </c:pt>
                <c:pt idx="2">
                  <c:v>1-3 days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66.67</c:v>
                </c:pt>
                <c:pt idx="1">
                  <c:v>24.07</c:v>
                </c:pt>
                <c:pt idx="2">
                  <c:v>7.04</c:v>
                </c:pt>
                <c:pt idx="3">
                  <c:v>2.22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Top 5 Categories by Revenue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A6C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Health &amp; Beauty</c:v>
                  </c:pt>
                  <c:pt idx="1">
                    <c:v>Watches &amp; Gifts</c:v>
                  </c:pt>
                  <c:pt idx="2">
                    <c:v>Bed &amp; Bath</c:v>
                  </c:pt>
                  <c:pt idx="3">
                    <c:v>Sports &amp; Leisure</c:v>
                  </c:pt>
                  <c:pt idx="4">
                    <c:v>Computers Access.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1.26</c:v>
                </c:pt>
                <c:pt idx="1">
                  <c:v>1.2</c:v>
                </c:pt>
                <c:pt idx="2">
                  <c:v>1.04</c:v>
                </c:pt>
                <c:pt idx="3">
                  <c:v>0.99</c:v>
                </c:pt>
                <c:pt idx="4">
                  <c:v>0.91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Review Score Distribution (thousands)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4</c:v>
                </c:pt>
                <c:pt idx="2">
                  <c:v>8</c:v>
                </c:pt>
                <c:pt idx="3">
                  <c:v>19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Share by State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</c:v>
                  </c:pt>
                  <c:pt idx="1">
                    <c:v>RJ</c:v>
                  </c:pt>
                  <c:pt idx="2">
                    <c:v>MG</c:v>
                  </c:pt>
                  <c:pt idx="3">
                    <c:v>RS</c:v>
                  </c:pt>
                  <c:pt idx="4">
                    <c:v>PR</c:v>
                  </c:pt>
                  <c:pt idx="5">
                    <c:v>SC</c:v>
                  </c:pt>
                  <c:pt idx="6">
                    <c:v>BA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38.28</c:v>
                </c:pt>
                <c:pt idx="1">
                  <c:v>13.42</c:v>
                </c:pt>
                <c:pt idx="2">
                  <c:v>11.66</c:v>
                </c:pt>
                <c:pt idx="3">
                  <c:v>5.52</c:v>
                </c:pt>
                <c:pt idx="4">
                  <c:v>5.03</c:v>
                </c:pt>
                <c:pt idx="5">
                  <c:v>3.83</c:v>
                </c:pt>
                <c:pt idx="6">
                  <c:v>3.76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4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 E-COMMERCE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Funnel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journey. Fix the leaks. Grow revenue.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built with Python, SQL, and Power BI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order lifecycle are we losing orders or time — and what is that costing the business?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Public Dataset — 9 relational tables covering ~99,000 real orders placed between Sept 2016 and Oct 2018.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  →  Payment Approved  →  Shipped to Carrier  →  Delivered to Customer  →  Review Left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234440"/>
            <a:ext cx="4983480" cy="4709160"/>
          </a:xfrm>
          <a:prstGeom prst="roundRect">
            <a:avLst>
              <a:gd name="adj" fmla="val 233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0" y="2578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3017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$13.59M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040880" y="35844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4023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40880" y="4590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Served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5029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40880" y="5596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A Three-Phase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all 9 raw tables individually, resolved one-to-many relationships, validated join keys, exported 7 relational tables.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13632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45152" y="2788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5152" y="3246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45152" y="3703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business-question queries — filtering, aggregation, joins, CTEs, subqueries, window functions — building the funnel logic.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90104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101584" y="14173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1783080"/>
            <a:ext cx="822960" cy="8229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9" name="Text 17"/>
          <p:cNvSpPr/>
          <p:nvPr/>
        </p:nvSpPr>
        <p:spPr>
          <a:xfrm>
            <a:off x="8421624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21624" y="2788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21624" y="3246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21624" y="3703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with relationships + date table, ~20 DAX measures, and a 6-page interactive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funnel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2011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$13.59M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64992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2011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$136.68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81344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7696" y="2011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97696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97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 / 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64992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4297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94.96%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364992" y="5166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81344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4297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12.50 days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81344" y="5166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97696" y="3977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7696" y="42976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$161.56K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997696" y="5166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Funnel Leaks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→ Shipped stage is the single biggest drop-off point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Drop-off %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06640" y="196596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965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→ Approved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149840" y="19659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06640" y="274320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2743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Shipped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149840" y="27432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1.63%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406640" y="35204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3520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→ Delivered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149840" y="3520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1.21%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406640" y="443484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4572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35240" y="4892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$161.56K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fall into the slowest delivery bucket — the clearest lever for satisfaction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8803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126480" y="301752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66.67% of delivered orders take 8 or more days. Review scores decline sharply as delivery time increases — improving speed for this majority segment is the single clearest way to lift satisfaction.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Product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broad, diversified catalog — but satisfaction is more bimodal than the average suggests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943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675120" y="141732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product categories  •  32,951 products  •  113K items sold  •  99K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Concentration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concentrated in just 3 of 27 states served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7665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630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51790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0" y="151790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Ordering State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23774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43230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0" y="243230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Ordering City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32918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34670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601200" y="334670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Served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89520" y="42062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426110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6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~4,000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01200" y="426110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Served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9520" y="5257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63.36% of total revenue comes from just 3 states (SP, RJ, MG) — a concentration worth watching.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Approved → Shipped handoff first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controllable leak ($161.56K at risk) — audit seller fulfillment SLAs and carrier pickup scheduling.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67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delivery speed as a satisfaction lever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66.67% of orders take 8+ days. Speeding up this majority segment is the clearest way to lift review scores.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127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the geographic concentration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SP, RJ, and MG drive 63%+ of revenue. Target under-represented states for growth and resilience.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873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1-star review segment directly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~11K reviews are 1-star. Investigate root causes tied to delivery delays or specific sellers/categories.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20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50474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top sellers on revenue AND satisfaction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394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high-revenue sellers with below-average reviews for proactive account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 E-Commerce — Order Funnel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42519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4251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42519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4251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written report, SQL query files, cleaning notebook, and .pbix dashboard available in the project repository.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2026-07-22T10:54:50Z</dcterms:created>
  <dcterms:modified xsi:type="dcterms:W3CDTF">2026-07-22T10:54:50Z</dcterms:modified>
</cp:coreProperties>
</file>